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Poppin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4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2.pn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57.png" Type="http://schemas.openxmlformats.org/officeDocument/2006/relationships/image"/><Relationship Id="rId12" Target="../media/image58.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5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10424866" y="287472"/>
            <a:ext cx="11364538" cy="8229600"/>
          </a:xfrm>
          <a:custGeom>
            <a:avLst/>
            <a:gdLst/>
            <a:ahLst/>
            <a:cxnLst/>
            <a:rect r="r" b="b" t="t" l="l"/>
            <a:pathLst>
              <a:path h="8229600" w="11364538">
                <a:moveTo>
                  <a:pt x="0" y="0"/>
                </a:moveTo>
                <a:lnTo>
                  <a:pt x="11364538" y="0"/>
                </a:lnTo>
                <a:lnTo>
                  <a:pt x="11364538" y="8229600"/>
                </a:lnTo>
                <a:lnTo>
                  <a:pt x="0" y="8229600"/>
                </a:lnTo>
                <a:lnTo>
                  <a:pt x="0" y="0"/>
                </a:lnTo>
                <a:close/>
              </a:path>
            </a:pathLst>
          </a:custGeom>
          <a:blipFill>
            <a:blip r:embed="rId3"/>
            <a:stretch>
              <a:fillRect l="0" t="-969" r="0" b="-969"/>
            </a:stretch>
          </a:blipFill>
        </p:spPr>
      </p:sp>
      <p:sp>
        <p:nvSpPr>
          <p:cNvPr name="Freeform 4" id="4"/>
          <p:cNvSpPr/>
          <p:nvPr/>
        </p:nvSpPr>
        <p:spPr>
          <a:xfrm flipH="false" flipV="false" rot="0">
            <a:off x="1174973" y="1357117"/>
            <a:ext cx="9465958" cy="7572766"/>
          </a:xfrm>
          <a:custGeom>
            <a:avLst/>
            <a:gdLst/>
            <a:ahLst/>
            <a:cxnLst/>
            <a:rect r="r" b="b" t="t" l="l"/>
            <a:pathLst>
              <a:path h="7572766" w="9465958">
                <a:moveTo>
                  <a:pt x="0" y="0"/>
                </a:moveTo>
                <a:lnTo>
                  <a:pt x="9465958" y="0"/>
                </a:lnTo>
                <a:lnTo>
                  <a:pt x="9465958" y="7572766"/>
                </a:lnTo>
                <a:lnTo>
                  <a:pt x="0" y="75727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9581084" y="2198028"/>
            <a:ext cx="8245295" cy="6395257"/>
          </a:xfrm>
          <a:custGeom>
            <a:avLst/>
            <a:gdLst/>
            <a:ahLst/>
            <a:cxnLst/>
            <a:rect r="r" b="b" t="t" l="l"/>
            <a:pathLst>
              <a:path h="6395257" w="8245295">
                <a:moveTo>
                  <a:pt x="8245295" y="0"/>
                </a:moveTo>
                <a:lnTo>
                  <a:pt x="0" y="0"/>
                </a:lnTo>
                <a:lnTo>
                  <a:pt x="0" y="6395257"/>
                </a:lnTo>
                <a:lnTo>
                  <a:pt x="8245295" y="6395257"/>
                </a:lnTo>
                <a:lnTo>
                  <a:pt x="8245295" y="0"/>
                </a:lnTo>
                <a:close/>
              </a:path>
            </a:pathLst>
          </a:custGeom>
          <a:blipFill>
            <a:blip r:embed="rId6"/>
            <a:stretch>
              <a:fillRect l="0" t="0" r="0" b="0"/>
            </a:stretch>
          </a:blipFill>
        </p:spPr>
      </p:sp>
      <p:sp>
        <p:nvSpPr>
          <p:cNvPr name="Freeform 6" id="6"/>
          <p:cNvSpPr/>
          <p:nvPr/>
        </p:nvSpPr>
        <p:spPr>
          <a:xfrm flipH="false" flipV="false" rot="0">
            <a:off x="1772988" y="1607401"/>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970336" y="9503317"/>
            <a:ext cx="19527875" cy="3086100"/>
            <a:chOff x="0" y="0"/>
            <a:chExt cx="5143144" cy="812800"/>
          </a:xfrm>
        </p:grpSpPr>
        <p:sp>
          <p:nvSpPr>
            <p:cNvPr name="Freeform 8" id="8"/>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9" id="9"/>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10" id="10"/>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1977842" y="3419963"/>
            <a:ext cx="7697580" cy="2976295"/>
          </a:xfrm>
          <a:prstGeom prst="rect">
            <a:avLst/>
          </a:prstGeom>
        </p:spPr>
        <p:txBody>
          <a:bodyPr anchor="t" rtlCol="false" tIns="0" lIns="0" bIns="0" rIns="0">
            <a:spAutoFit/>
          </a:bodyPr>
          <a:lstStyle/>
          <a:p>
            <a:pPr algn="l">
              <a:lnSpc>
                <a:spcPts val="11054"/>
              </a:lnSpc>
            </a:pPr>
            <a:r>
              <a:rPr lang="en-US" sz="10945" b="true">
                <a:solidFill>
                  <a:srgbClr val="16456A"/>
                </a:solidFill>
                <a:latin typeface="Poppins Bold"/>
                <a:ea typeface="Poppins Bold"/>
                <a:cs typeface="Poppins Bold"/>
                <a:sym typeface="Poppins Bold"/>
              </a:rPr>
              <a:t>Computer Software</a:t>
            </a:r>
          </a:p>
        </p:txBody>
      </p:sp>
      <p:sp>
        <p:nvSpPr>
          <p:cNvPr name="TextBox 13" id="13"/>
          <p:cNvSpPr txBox="true"/>
          <p:nvPr/>
        </p:nvSpPr>
        <p:spPr>
          <a:xfrm rot="0">
            <a:off x="2521071" y="1693221"/>
            <a:ext cx="2124693" cy="297682"/>
          </a:xfrm>
          <a:prstGeom prst="rect">
            <a:avLst/>
          </a:prstGeom>
        </p:spPr>
        <p:txBody>
          <a:bodyPr anchor="t" rtlCol="false" tIns="0" lIns="0" bIns="0" rIns="0">
            <a:spAutoFit/>
          </a:bodyPr>
          <a:lstStyle/>
          <a:p>
            <a:pPr algn="l">
              <a:lnSpc>
                <a:spcPts val="2099"/>
              </a:lnSpc>
            </a:pPr>
            <a:r>
              <a:rPr lang="en-US" sz="2078" b="true">
                <a:solidFill>
                  <a:srgbClr val="FFFFFF"/>
                </a:solidFill>
                <a:latin typeface="Poppins Bold"/>
                <a:ea typeface="Poppins Bold"/>
                <a:cs typeface="Poppins Bold"/>
                <a:sym typeface="Poppins Bold"/>
              </a:rPr>
              <a:t>Wardiere.Inc</a:t>
            </a:r>
          </a:p>
        </p:txBody>
      </p:sp>
      <p:sp>
        <p:nvSpPr>
          <p:cNvPr name="TextBox 14" id="14"/>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5" id="15"/>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001</a:t>
            </a:r>
          </a:p>
        </p:txBody>
      </p:sp>
      <p:sp>
        <p:nvSpPr>
          <p:cNvPr name="TextBox 16" id="16"/>
          <p:cNvSpPr txBox="true"/>
          <p:nvPr/>
        </p:nvSpPr>
        <p:spPr>
          <a:xfrm rot="0">
            <a:off x="2016737" y="6508734"/>
            <a:ext cx="6437815" cy="907151"/>
          </a:xfrm>
          <a:prstGeom prst="rect">
            <a:avLst/>
          </a:prstGeom>
        </p:spPr>
        <p:txBody>
          <a:bodyPr anchor="t" rtlCol="false" tIns="0" lIns="0" bIns="0" rIns="0">
            <a:spAutoFit/>
          </a:bodyPr>
          <a:lstStyle/>
          <a:p>
            <a:pPr algn="l">
              <a:lnSpc>
                <a:spcPts val="3551"/>
              </a:lnSpc>
            </a:pPr>
            <a:r>
              <a:rPr lang="en-US" sz="2536">
                <a:solidFill>
                  <a:srgbClr val="16456A"/>
                </a:solidFill>
                <a:latin typeface="Poppins"/>
                <a:ea typeface="Poppins"/>
                <a:cs typeface="Poppins"/>
                <a:sym typeface="Poppins"/>
              </a:rPr>
              <a:t>An overview of software types, functions, and key concepts.</a:t>
            </a:r>
          </a:p>
        </p:txBody>
      </p:sp>
      <p:sp>
        <p:nvSpPr>
          <p:cNvPr name="Freeform 17" id="17"/>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028700" y="1215957"/>
            <a:ext cx="6789172" cy="7450394"/>
          </a:xfrm>
          <a:custGeom>
            <a:avLst/>
            <a:gdLst/>
            <a:ahLst/>
            <a:cxnLst/>
            <a:rect r="r" b="b" t="t" l="l"/>
            <a:pathLst>
              <a:path h="7450394" w="6789172">
                <a:moveTo>
                  <a:pt x="0" y="0"/>
                </a:moveTo>
                <a:lnTo>
                  <a:pt x="6789172" y="0"/>
                </a:lnTo>
                <a:lnTo>
                  <a:pt x="6789172" y="7450395"/>
                </a:lnTo>
                <a:lnTo>
                  <a:pt x="0" y="7450395"/>
                </a:lnTo>
                <a:lnTo>
                  <a:pt x="0" y="0"/>
                </a:lnTo>
                <a:close/>
              </a:path>
            </a:pathLst>
          </a:custGeom>
          <a:blipFill>
            <a:blip r:embed="rId5"/>
            <a:stretch>
              <a:fillRect l="0" t="0" r="0" b="0"/>
            </a:stretch>
          </a:blipFill>
        </p:spPr>
      </p:sp>
      <p:sp>
        <p:nvSpPr>
          <p:cNvPr name="Freeform 8" id="8"/>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027439" y="3606280"/>
            <a:ext cx="385068" cy="385068"/>
          </a:xfrm>
          <a:custGeom>
            <a:avLst/>
            <a:gdLst/>
            <a:ahLst/>
            <a:cxnLst/>
            <a:rect r="r" b="b" t="t" l="l"/>
            <a:pathLst>
              <a:path h="385068" w="385068">
                <a:moveTo>
                  <a:pt x="0" y="0"/>
                </a:moveTo>
                <a:lnTo>
                  <a:pt x="385069" y="0"/>
                </a:lnTo>
                <a:lnTo>
                  <a:pt x="385069"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1" id="11"/>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002</a:t>
            </a:r>
          </a:p>
        </p:txBody>
      </p:sp>
      <p:sp>
        <p:nvSpPr>
          <p:cNvPr name="TextBox 12" id="12"/>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3" id="13"/>
          <p:cNvSpPr txBox="true"/>
          <p:nvPr/>
        </p:nvSpPr>
        <p:spPr>
          <a:xfrm rot="0">
            <a:off x="8793602" y="2084133"/>
            <a:ext cx="7697580" cy="997622"/>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Basics</a:t>
            </a:r>
          </a:p>
        </p:txBody>
      </p:sp>
      <p:sp>
        <p:nvSpPr>
          <p:cNvPr name="TextBox 14" id="14"/>
          <p:cNvSpPr txBox="true"/>
          <p:nvPr/>
        </p:nvSpPr>
        <p:spPr>
          <a:xfrm rot="0">
            <a:off x="9569251" y="4049149"/>
            <a:ext cx="7397031" cy="745179"/>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5" id="15"/>
          <p:cNvSpPr txBox="true"/>
          <p:nvPr/>
        </p:nvSpPr>
        <p:spPr>
          <a:xfrm rot="0">
            <a:off x="9562765" y="3658012"/>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Program Functions</a:t>
            </a:r>
          </a:p>
        </p:txBody>
      </p:sp>
      <p:sp>
        <p:nvSpPr>
          <p:cNvPr name="TextBox 16" id="16"/>
          <p:cNvSpPr txBox="true"/>
          <p:nvPr/>
        </p:nvSpPr>
        <p:spPr>
          <a:xfrm rot="0">
            <a:off x="9569251" y="5625120"/>
            <a:ext cx="7397031" cy="745179"/>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7" id="17"/>
          <p:cNvSpPr txBox="true"/>
          <p:nvPr/>
        </p:nvSpPr>
        <p:spPr>
          <a:xfrm rot="0">
            <a:off x="9562765" y="5233982"/>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User Interface</a:t>
            </a:r>
          </a:p>
        </p:txBody>
      </p:sp>
      <p:sp>
        <p:nvSpPr>
          <p:cNvPr name="TextBox 18" id="18"/>
          <p:cNvSpPr txBox="true"/>
          <p:nvPr/>
        </p:nvSpPr>
        <p:spPr>
          <a:xfrm rot="0">
            <a:off x="9569251" y="7201090"/>
            <a:ext cx="7397031" cy="745179"/>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9" id="19"/>
          <p:cNvSpPr txBox="true"/>
          <p:nvPr/>
        </p:nvSpPr>
        <p:spPr>
          <a:xfrm rot="0">
            <a:off x="9562765" y="6809953"/>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System Operations</a:t>
            </a:r>
          </a:p>
        </p:txBody>
      </p:sp>
      <p:sp>
        <p:nvSpPr>
          <p:cNvPr name="Freeform 20" id="20"/>
          <p:cNvSpPr/>
          <p:nvPr/>
        </p:nvSpPr>
        <p:spPr>
          <a:xfrm flipH="false" flipV="false" rot="0">
            <a:off x="9027439" y="5172726"/>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9027439" y="6767469"/>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772988" y="4412214"/>
            <a:ext cx="6304011" cy="4114800"/>
          </a:xfrm>
          <a:custGeom>
            <a:avLst/>
            <a:gdLst/>
            <a:ahLst/>
            <a:cxnLst/>
            <a:rect r="r" b="b" t="t" l="l"/>
            <a:pathLst>
              <a:path h="4114800" w="6304011">
                <a:moveTo>
                  <a:pt x="0" y="0"/>
                </a:moveTo>
                <a:lnTo>
                  <a:pt x="6304011" y="0"/>
                </a:lnTo>
                <a:lnTo>
                  <a:pt x="630401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0" id="10"/>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003</a:t>
            </a:r>
          </a:p>
        </p:txBody>
      </p:sp>
      <p:sp>
        <p:nvSpPr>
          <p:cNvPr name="TextBox 11" id="11"/>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2" id="12"/>
          <p:cNvSpPr txBox="true"/>
          <p:nvPr/>
        </p:nvSpPr>
        <p:spPr>
          <a:xfrm rot="0">
            <a:off x="1974308" y="2215728"/>
            <a:ext cx="4611378"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System Software</a:t>
            </a:r>
          </a:p>
        </p:txBody>
      </p:sp>
      <p:sp>
        <p:nvSpPr>
          <p:cNvPr name="TextBox 13" id="13"/>
          <p:cNvSpPr txBox="true"/>
          <p:nvPr/>
        </p:nvSpPr>
        <p:spPr>
          <a:xfrm rot="0">
            <a:off x="9367098" y="1933583"/>
            <a:ext cx="7397031"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4" id="14"/>
          <p:cNvSpPr txBox="true"/>
          <p:nvPr/>
        </p:nvSpPr>
        <p:spPr>
          <a:xfrm rot="0">
            <a:off x="9367098" y="4127787"/>
            <a:ext cx="7397031"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5" id="15"/>
          <p:cNvSpPr txBox="true"/>
          <p:nvPr/>
        </p:nvSpPr>
        <p:spPr>
          <a:xfrm rot="0">
            <a:off x="9367098" y="6318445"/>
            <a:ext cx="7397031"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607328" y="1532689"/>
            <a:ext cx="5833617" cy="7444290"/>
          </a:xfrm>
          <a:custGeom>
            <a:avLst/>
            <a:gdLst/>
            <a:ahLst/>
            <a:cxnLst/>
            <a:rect r="r" b="b" t="t" l="l"/>
            <a:pathLst>
              <a:path h="7444290" w="5833617">
                <a:moveTo>
                  <a:pt x="5833617" y="0"/>
                </a:moveTo>
                <a:lnTo>
                  <a:pt x="0" y="0"/>
                </a:lnTo>
                <a:lnTo>
                  <a:pt x="0" y="7444290"/>
                </a:lnTo>
                <a:lnTo>
                  <a:pt x="5833617" y="7444290"/>
                </a:lnTo>
                <a:lnTo>
                  <a:pt x="583361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1449786" y="2149053"/>
            <a:ext cx="2827990" cy="4114800"/>
          </a:xfrm>
          <a:custGeom>
            <a:avLst/>
            <a:gdLst/>
            <a:ahLst/>
            <a:cxnLst/>
            <a:rect r="r" b="b" t="t" l="l"/>
            <a:pathLst>
              <a:path h="4114800" w="2827990">
                <a:moveTo>
                  <a:pt x="2827990" y="0"/>
                </a:moveTo>
                <a:lnTo>
                  <a:pt x="0" y="0"/>
                </a:lnTo>
                <a:lnTo>
                  <a:pt x="0" y="4114800"/>
                </a:lnTo>
                <a:lnTo>
                  <a:pt x="2827990" y="4114800"/>
                </a:lnTo>
                <a:lnTo>
                  <a:pt x="282799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8793602" y="2084133"/>
            <a:ext cx="7697580"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Application Software</a:t>
            </a:r>
          </a:p>
        </p:txBody>
      </p:sp>
      <p:sp>
        <p:nvSpPr>
          <p:cNvPr name="TextBox 11" id="11"/>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2" id="12"/>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004</a:t>
            </a:r>
          </a:p>
        </p:txBody>
      </p:sp>
      <p:sp>
        <p:nvSpPr>
          <p:cNvPr name="TextBox 13" id="13"/>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4" id="14"/>
          <p:cNvSpPr txBox="true"/>
          <p:nvPr/>
        </p:nvSpPr>
        <p:spPr>
          <a:xfrm rot="0">
            <a:off x="8793602" y="4157266"/>
            <a:ext cx="7397031"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5" id="15"/>
          <p:cNvSpPr txBox="true"/>
          <p:nvPr/>
        </p:nvSpPr>
        <p:spPr>
          <a:xfrm rot="0">
            <a:off x="8793602" y="6351470"/>
            <a:ext cx="7397031"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Freeform 16" id="16"/>
          <p:cNvSpPr/>
          <p:nvPr/>
        </p:nvSpPr>
        <p:spPr>
          <a:xfrm flipH="false" flipV="false" rot="0">
            <a:off x="4365537" y="1028700"/>
            <a:ext cx="1640427" cy="1649424"/>
          </a:xfrm>
          <a:custGeom>
            <a:avLst/>
            <a:gdLst/>
            <a:ahLst/>
            <a:cxnLst/>
            <a:rect r="r" b="b" t="t" l="l"/>
            <a:pathLst>
              <a:path h="1649424" w="1640427">
                <a:moveTo>
                  <a:pt x="0" y="0"/>
                </a:moveTo>
                <a:lnTo>
                  <a:pt x="1640427" y="0"/>
                </a:lnTo>
                <a:lnTo>
                  <a:pt x="1640427" y="1649424"/>
                </a:lnTo>
                <a:lnTo>
                  <a:pt x="0" y="16494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0">
            <a:off x="5451789" y="1028700"/>
            <a:ext cx="1640427" cy="1649424"/>
          </a:xfrm>
          <a:custGeom>
            <a:avLst/>
            <a:gdLst/>
            <a:ahLst/>
            <a:cxnLst/>
            <a:rect r="r" b="b" t="t" l="l"/>
            <a:pathLst>
              <a:path h="1649424" w="1640427">
                <a:moveTo>
                  <a:pt x="0" y="0"/>
                </a:moveTo>
                <a:lnTo>
                  <a:pt x="1640427" y="0"/>
                </a:lnTo>
                <a:lnTo>
                  <a:pt x="1640427" y="1649424"/>
                </a:lnTo>
                <a:lnTo>
                  <a:pt x="0" y="16494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6538040" y="1028700"/>
            <a:ext cx="1640427" cy="1649424"/>
          </a:xfrm>
          <a:custGeom>
            <a:avLst/>
            <a:gdLst/>
            <a:ahLst/>
            <a:cxnLst/>
            <a:rect r="r" b="b" t="t" l="l"/>
            <a:pathLst>
              <a:path h="1649424" w="1640427">
                <a:moveTo>
                  <a:pt x="0" y="0"/>
                </a:moveTo>
                <a:lnTo>
                  <a:pt x="1640428" y="0"/>
                </a:lnTo>
                <a:lnTo>
                  <a:pt x="1640428" y="1649424"/>
                </a:lnTo>
                <a:lnTo>
                  <a:pt x="0" y="16494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344004" y="-4227277"/>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7"/>
            <a:stretch>
              <a:fillRect l="0" t="-969" r="0" b="-969"/>
            </a:stretch>
          </a:blipFill>
        </p:spPr>
      </p:sp>
      <p:sp>
        <p:nvSpPr>
          <p:cNvPr name="Freeform 9" id="9"/>
          <p:cNvSpPr/>
          <p:nvPr/>
        </p:nvSpPr>
        <p:spPr>
          <a:xfrm flipH="false" flipV="false" rot="0">
            <a:off x="12631484" y="103470"/>
            <a:ext cx="3860431" cy="4114800"/>
          </a:xfrm>
          <a:custGeom>
            <a:avLst/>
            <a:gdLst/>
            <a:ahLst/>
            <a:cxnLst/>
            <a:rect r="r" b="b" t="t" l="l"/>
            <a:pathLst>
              <a:path h="4114800" w="3860431">
                <a:moveTo>
                  <a:pt x="0" y="0"/>
                </a:moveTo>
                <a:lnTo>
                  <a:pt x="3860431" y="0"/>
                </a:lnTo>
                <a:lnTo>
                  <a:pt x="386043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1" id="11"/>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005</a:t>
            </a:r>
          </a:p>
        </p:txBody>
      </p:sp>
      <p:sp>
        <p:nvSpPr>
          <p:cNvPr name="TextBox 12" id="12"/>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3" id="13"/>
          <p:cNvSpPr txBox="true"/>
          <p:nvPr/>
        </p:nvSpPr>
        <p:spPr>
          <a:xfrm rot="0">
            <a:off x="1974308" y="2215728"/>
            <a:ext cx="6390324"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Development</a:t>
            </a:r>
          </a:p>
        </p:txBody>
      </p:sp>
      <p:sp>
        <p:nvSpPr>
          <p:cNvPr name="TextBox 14" id="14"/>
          <p:cNvSpPr txBox="true"/>
          <p:nvPr/>
        </p:nvSpPr>
        <p:spPr>
          <a:xfrm rot="0">
            <a:off x="2830818" y="5209482"/>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5" id="15"/>
          <p:cNvSpPr txBox="true"/>
          <p:nvPr/>
        </p:nvSpPr>
        <p:spPr>
          <a:xfrm rot="0">
            <a:off x="2824333" y="4818345"/>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Code Writing</a:t>
            </a:r>
          </a:p>
        </p:txBody>
      </p:sp>
      <p:sp>
        <p:nvSpPr>
          <p:cNvPr name="TextBox 16" id="16"/>
          <p:cNvSpPr txBox="true"/>
          <p:nvPr/>
        </p:nvSpPr>
        <p:spPr>
          <a:xfrm rot="0">
            <a:off x="2830818" y="7124007"/>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7" id="17"/>
          <p:cNvSpPr txBox="true"/>
          <p:nvPr/>
        </p:nvSpPr>
        <p:spPr>
          <a:xfrm rot="0">
            <a:off x="2824333" y="6732870"/>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Debugging Process</a:t>
            </a:r>
          </a:p>
        </p:txBody>
      </p:sp>
      <p:sp>
        <p:nvSpPr>
          <p:cNvPr name="TextBox 18" id="18"/>
          <p:cNvSpPr txBox="true"/>
          <p:nvPr/>
        </p:nvSpPr>
        <p:spPr>
          <a:xfrm rot="0">
            <a:off x="10523777" y="5209482"/>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9" id="19"/>
          <p:cNvSpPr txBox="true"/>
          <p:nvPr/>
        </p:nvSpPr>
        <p:spPr>
          <a:xfrm rot="0">
            <a:off x="10517292" y="4818345"/>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Version Control</a:t>
            </a:r>
          </a:p>
        </p:txBody>
      </p:sp>
      <p:sp>
        <p:nvSpPr>
          <p:cNvPr name="TextBox 20" id="20"/>
          <p:cNvSpPr txBox="true"/>
          <p:nvPr/>
        </p:nvSpPr>
        <p:spPr>
          <a:xfrm rot="0">
            <a:off x="10523777" y="7124007"/>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21" id="21"/>
          <p:cNvSpPr txBox="true"/>
          <p:nvPr/>
        </p:nvSpPr>
        <p:spPr>
          <a:xfrm rot="0">
            <a:off x="10517292" y="6732870"/>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Testing Methods</a:t>
            </a:r>
          </a:p>
        </p:txBody>
      </p:sp>
      <p:sp>
        <p:nvSpPr>
          <p:cNvPr name="Freeform 22" id="22"/>
          <p:cNvSpPr/>
          <p:nvPr/>
        </p:nvSpPr>
        <p:spPr>
          <a:xfrm flipH="false" flipV="false" rot="0">
            <a:off x="2318273" y="475643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2318273" y="6648456"/>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9958936" y="475643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9958936" y="6688625"/>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96091" y="3146142"/>
            <a:ext cx="7893114" cy="4994189"/>
          </a:xfrm>
          <a:custGeom>
            <a:avLst/>
            <a:gdLst/>
            <a:ahLst/>
            <a:cxnLst/>
            <a:rect r="r" b="b" t="t" l="l"/>
            <a:pathLst>
              <a:path h="4994189" w="7893114">
                <a:moveTo>
                  <a:pt x="0" y="0"/>
                </a:moveTo>
                <a:lnTo>
                  <a:pt x="7893115" y="0"/>
                </a:lnTo>
                <a:lnTo>
                  <a:pt x="7893115" y="4994189"/>
                </a:lnTo>
                <a:lnTo>
                  <a:pt x="0" y="49941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142648" y="2255919"/>
            <a:ext cx="2954777" cy="1482761"/>
          </a:xfrm>
          <a:custGeom>
            <a:avLst/>
            <a:gdLst/>
            <a:ahLst/>
            <a:cxnLst/>
            <a:rect r="r" b="b" t="t" l="l"/>
            <a:pathLst>
              <a:path h="1482761" w="2954777">
                <a:moveTo>
                  <a:pt x="0" y="0"/>
                </a:moveTo>
                <a:lnTo>
                  <a:pt x="2954777" y="0"/>
                </a:lnTo>
                <a:lnTo>
                  <a:pt x="2954777" y="1482761"/>
                </a:lnTo>
                <a:lnTo>
                  <a:pt x="0" y="14827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8793602" y="2084133"/>
            <a:ext cx="7697580"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Programming Languages</a:t>
            </a:r>
          </a:p>
        </p:txBody>
      </p:sp>
      <p:sp>
        <p:nvSpPr>
          <p:cNvPr name="TextBox 11" id="11"/>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2" id="12"/>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006</a:t>
            </a:r>
          </a:p>
        </p:txBody>
      </p:sp>
      <p:sp>
        <p:nvSpPr>
          <p:cNvPr name="TextBox 13" id="13"/>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4" id="14"/>
          <p:cNvSpPr txBox="true"/>
          <p:nvPr/>
        </p:nvSpPr>
        <p:spPr>
          <a:xfrm rot="0">
            <a:off x="9607351" y="4481967"/>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TextBox 15" id="15"/>
          <p:cNvSpPr txBox="true"/>
          <p:nvPr/>
        </p:nvSpPr>
        <p:spPr>
          <a:xfrm rot="0">
            <a:off x="9607351" y="5847472"/>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TextBox 16" id="16"/>
          <p:cNvSpPr txBox="true"/>
          <p:nvPr/>
        </p:nvSpPr>
        <p:spPr>
          <a:xfrm rot="0">
            <a:off x="9607351" y="7212976"/>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Freeform 17" id="17"/>
          <p:cNvSpPr/>
          <p:nvPr/>
        </p:nvSpPr>
        <p:spPr>
          <a:xfrm flipH="false" flipV="false" rot="0">
            <a:off x="3943089" y="6007958"/>
            <a:ext cx="2954777" cy="1482761"/>
          </a:xfrm>
          <a:custGeom>
            <a:avLst/>
            <a:gdLst/>
            <a:ahLst/>
            <a:cxnLst/>
            <a:rect r="r" b="b" t="t" l="l"/>
            <a:pathLst>
              <a:path h="1482761" w="2954777">
                <a:moveTo>
                  <a:pt x="0" y="0"/>
                </a:moveTo>
                <a:lnTo>
                  <a:pt x="2954777" y="0"/>
                </a:lnTo>
                <a:lnTo>
                  <a:pt x="2954777" y="1482760"/>
                </a:lnTo>
                <a:lnTo>
                  <a:pt x="0" y="14827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8950617" y="4743557"/>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8950617" y="6109090"/>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8950617" y="7490718"/>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344004" y="-4227277"/>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7"/>
            <a:stretch>
              <a:fillRect l="0" t="-969" r="0" b="-969"/>
            </a:stretch>
          </a:blipFill>
        </p:spPr>
      </p:sp>
      <p:sp>
        <p:nvSpPr>
          <p:cNvPr name="Freeform 9" id="9"/>
          <p:cNvSpPr/>
          <p:nvPr/>
        </p:nvSpPr>
        <p:spPr>
          <a:xfrm flipH="false" flipV="false" rot="0">
            <a:off x="2098965" y="3158369"/>
            <a:ext cx="1411466" cy="623611"/>
          </a:xfrm>
          <a:custGeom>
            <a:avLst/>
            <a:gdLst/>
            <a:ahLst/>
            <a:cxnLst/>
            <a:rect r="r" b="b" t="t" l="l"/>
            <a:pathLst>
              <a:path h="623611" w="1411466">
                <a:moveTo>
                  <a:pt x="0" y="0"/>
                </a:moveTo>
                <a:lnTo>
                  <a:pt x="1411465" y="0"/>
                </a:lnTo>
                <a:lnTo>
                  <a:pt x="1411465" y="623611"/>
                </a:lnTo>
                <a:lnTo>
                  <a:pt x="0" y="6236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570149" y="1100969"/>
            <a:ext cx="2827990" cy="4114800"/>
          </a:xfrm>
          <a:custGeom>
            <a:avLst/>
            <a:gdLst/>
            <a:ahLst/>
            <a:cxnLst/>
            <a:rect r="r" b="b" t="t" l="l"/>
            <a:pathLst>
              <a:path h="4114800" w="2827990">
                <a:moveTo>
                  <a:pt x="0" y="0"/>
                </a:moveTo>
                <a:lnTo>
                  <a:pt x="2827990" y="0"/>
                </a:lnTo>
                <a:lnTo>
                  <a:pt x="282799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5357939" y="1028700"/>
            <a:ext cx="1336670" cy="1630085"/>
          </a:xfrm>
          <a:custGeom>
            <a:avLst/>
            <a:gdLst/>
            <a:ahLst/>
            <a:cxnLst/>
            <a:rect r="r" b="b" t="t" l="l"/>
            <a:pathLst>
              <a:path h="1630085" w="1336670">
                <a:moveTo>
                  <a:pt x="0" y="0"/>
                </a:moveTo>
                <a:lnTo>
                  <a:pt x="1336669" y="0"/>
                </a:lnTo>
                <a:lnTo>
                  <a:pt x="1336669" y="1630085"/>
                </a:lnTo>
                <a:lnTo>
                  <a:pt x="0" y="16300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2" id="12"/>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3" id="13"/>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007</a:t>
            </a:r>
          </a:p>
        </p:txBody>
      </p:sp>
      <p:sp>
        <p:nvSpPr>
          <p:cNvPr name="TextBox 14" id="14"/>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5" id="15"/>
          <p:cNvSpPr txBox="true"/>
          <p:nvPr/>
        </p:nvSpPr>
        <p:spPr>
          <a:xfrm rot="0">
            <a:off x="3930464" y="3004701"/>
            <a:ext cx="9276844" cy="997622"/>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Security</a:t>
            </a:r>
          </a:p>
        </p:txBody>
      </p:sp>
      <p:sp>
        <p:nvSpPr>
          <p:cNvPr name="TextBox 16" id="16"/>
          <p:cNvSpPr txBox="true"/>
          <p:nvPr/>
        </p:nvSpPr>
        <p:spPr>
          <a:xfrm rot="0">
            <a:off x="2824333" y="5531913"/>
            <a:ext cx="5714382" cy="3113462"/>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Taciti sociosqu ad litora torquent per conubia nostra. Ridiculus mus donec rhoncus eros lobortis nulla molestie. Mauris pharetra vestibulum fusce dictum risus blandit quis. Finibus facilisis dapibus etiam interdum tortor ligula congue. </a:t>
            </a:r>
          </a:p>
        </p:txBody>
      </p:sp>
      <p:sp>
        <p:nvSpPr>
          <p:cNvPr name="TextBox 17" id="17"/>
          <p:cNvSpPr txBox="true"/>
          <p:nvPr/>
        </p:nvSpPr>
        <p:spPr>
          <a:xfrm rot="0">
            <a:off x="2824333" y="4818345"/>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Encryption Methods</a:t>
            </a:r>
          </a:p>
        </p:txBody>
      </p:sp>
      <p:sp>
        <p:nvSpPr>
          <p:cNvPr name="TextBox 18" id="18"/>
          <p:cNvSpPr txBox="true"/>
          <p:nvPr/>
        </p:nvSpPr>
        <p:spPr>
          <a:xfrm rot="0">
            <a:off x="10517292" y="4818345"/>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Access Controls</a:t>
            </a:r>
          </a:p>
        </p:txBody>
      </p:sp>
      <p:sp>
        <p:nvSpPr>
          <p:cNvPr name="TextBox 19" id="19"/>
          <p:cNvSpPr txBox="true"/>
          <p:nvPr/>
        </p:nvSpPr>
        <p:spPr>
          <a:xfrm rot="0">
            <a:off x="10638294" y="5438651"/>
            <a:ext cx="5714382" cy="3113462"/>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Taciti sociosqu ad litora torquent per conubia nostra. Ridiculus mus donec rhoncus eros lobortis nulla molestie. Mauris pharetra vestibulum fusce dictum risus blandit quis. Finibus facilisis dapibus etiam interdum tortor ligula congue. </a:t>
            </a:r>
          </a:p>
        </p:txBody>
      </p:sp>
      <p:sp>
        <p:nvSpPr>
          <p:cNvPr name="Freeform 20" id="20"/>
          <p:cNvSpPr/>
          <p:nvPr/>
        </p:nvSpPr>
        <p:spPr>
          <a:xfrm flipH="false" flipV="false" rot="0">
            <a:off x="13667879" y="3470174"/>
            <a:ext cx="887800" cy="1082683"/>
          </a:xfrm>
          <a:custGeom>
            <a:avLst/>
            <a:gdLst/>
            <a:ahLst/>
            <a:cxnLst/>
            <a:rect r="r" b="b" t="t" l="l"/>
            <a:pathLst>
              <a:path h="1082683" w="887800">
                <a:moveTo>
                  <a:pt x="0" y="0"/>
                </a:moveTo>
                <a:lnTo>
                  <a:pt x="887801" y="0"/>
                </a:lnTo>
                <a:lnTo>
                  <a:pt x="887801" y="1082684"/>
                </a:lnTo>
                <a:lnTo>
                  <a:pt x="0" y="10826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0">
            <a:off x="2269272" y="4787657"/>
            <a:ext cx="385068" cy="385068"/>
          </a:xfrm>
          <a:custGeom>
            <a:avLst/>
            <a:gdLst/>
            <a:ahLst/>
            <a:cxnLst/>
            <a:rect r="r" b="b" t="t" l="l"/>
            <a:pathLst>
              <a:path h="385068" w="385068">
                <a:moveTo>
                  <a:pt x="0" y="0"/>
                </a:moveTo>
                <a:lnTo>
                  <a:pt x="385069" y="0"/>
                </a:lnTo>
                <a:lnTo>
                  <a:pt x="385069" y="385069"/>
                </a:lnTo>
                <a:lnTo>
                  <a:pt x="0" y="3850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false" flipV="false" rot="0">
            <a:off x="9797853" y="4766613"/>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31182" y="2149053"/>
            <a:ext cx="7176886" cy="6289562"/>
          </a:xfrm>
          <a:custGeom>
            <a:avLst/>
            <a:gdLst/>
            <a:ahLst/>
            <a:cxnLst/>
            <a:rect r="r" b="b" t="t" l="l"/>
            <a:pathLst>
              <a:path h="6289562" w="7176886">
                <a:moveTo>
                  <a:pt x="0" y="0"/>
                </a:moveTo>
                <a:lnTo>
                  <a:pt x="7176886" y="0"/>
                </a:lnTo>
                <a:lnTo>
                  <a:pt x="7176886" y="6289562"/>
                </a:lnTo>
                <a:lnTo>
                  <a:pt x="0" y="62895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606844" y="5672864"/>
            <a:ext cx="7315200" cy="3258589"/>
          </a:xfrm>
          <a:custGeom>
            <a:avLst/>
            <a:gdLst/>
            <a:ahLst/>
            <a:cxnLst/>
            <a:rect r="r" b="b" t="t" l="l"/>
            <a:pathLst>
              <a:path h="3258589" w="7315200">
                <a:moveTo>
                  <a:pt x="0" y="0"/>
                </a:moveTo>
                <a:lnTo>
                  <a:pt x="7315200" y="0"/>
                </a:lnTo>
                <a:lnTo>
                  <a:pt x="7315200" y="3258589"/>
                </a:lnTo>
                <a:lnTo>
                  <a:pt x="0" y="32585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8793602" y="2084133"/>
            <a:ext cx="7697580"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Updates</a:t>
            </a:r>
          </a:p>
        </p:txBody>
      </p:sp>
      <p:sp>
        <p:nvSpPr>
          <p:cNvPr name="TextBox 11" id="11"/>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2" id="12"/>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008</a:t>
            </a:r>
          </a:p>
        </p:txBody>
      </p:sp>
      <p:sp>
        <p:nvSpPr>
          <p:cNvPr name="TextBox 13" id="13"/>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4" id="14"/>
          <p:cNvSpPr txBox="true"/>
          <p:nvPr/>
        </p:nvSpPr>
        <p:spPr>
          <a:xfrm rot="0">
            <a:off x="9607351" y="5062107"/>
            <a:ext cx="6883831" cy="1291706"/>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a:t>
            </a:r>
          </a:p>
        </p:txBody>
      </p:sp>
      <p:sp>
        <p:nvSpPr>
          <p:cNvPr name="TextBox 15" id="15"/>
          <p:cNvSpPr txBox="true"/>
          <p:nvPr/>
        </p:nvSpPr>
        <p:spPr>
          <a:xfrm rot="0">
            <a:off x="9600865" y="4486724"/>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Feature Enhancements</a:t>
            </a:r>
          </a:p>
        </p:txBody>
      </p:sp>
      <p:sp>
        <p:nvSpPr>
          <p:cNvPr name="TextBox 16" id="16"/>
          <p:cNvSpPr txBox="true"/>
          <p:nvPr/>
        </p:nvSpPr>
        <p:spPr>
          <a:xfrm rot="0">
            <a:off x="9607351" y="7505454"/>
            <a:ext cx="6883831" cy="1291706"/>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a:t>
            </a:r>
          </a:p>
        </p:txBody>
      </p:sp>
      <p:sp>
        <p:nvSpPr>
          <p:cNvPr name="TextBox 17" id="17"/>
          <p:cNvSpPr txBox="true"/>
          <p:nvPr/>
        </p:nvSpPr>
        <p:spPr>
          <a:xfrm rot="0">
            <a:off x="9600865" y="6930071"/>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Compatibility Checks</a:t>
            </a:r>
          </a:p>
        </p:txBody>
      </p:sp>
      <p:sp>
        <p:nvSpPr>
          <p:cNvPr name="Freeform 18" id="18"/>
          <p:cNvSpPr/>
          <p:nvPr/>
        </p:nvSpPr>
        <p:spPr>
          <a:xfrm flipH="false" flipV="false" rot="0">
            <a:off x="9001832" y="4444518"/>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9001832" y="6878339"/>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7">
              <a:alphaModFix amt="48000"/>
            </a:blip>
            <a:stretch>
              <a:fillRect l="0" t="-969" r="0" b="-969"/>
            </a:stretch>
          </a:blipFill>
        </p:spPr>
      </p:sp>
      <p:sp>
        <p:nvSpPr>
          <p:cNvPr name="TextBox 9" id="9"/>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0" id="10"/>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009</a:t>
            </a:r>
          </a:p>
        </p:txBody>
      </p:sp>
      <p:sp>
        <p:nvSpPr>
          <p:cNvPr name="TextBox 11" id="11"/>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2" id="12"/>
          <p:cNvSpPr txBox="true"/>
          <p:nvPr/>
        </p:nvSpPr>
        <p:spPr>
          <a:xfrm rot="0">
            <a:off x="1974308" y="2215728"/>
            <a:ext cx="6390324"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User Interface</a:t>
            </a:r>
          </a:p>
        </p:txBody>
      </p:sp>
      <p:sp>
        <p:nvSpPr>
          <p:cNvPr name="TextBox 13" id="13"/>
          <p:cNvSpPr txBox="true"/>
          <p:nvPr/>
        </p:nvSpPr>
        <p:spPr>
          <a:xfrm rot="0">
            <a:off x="1974308" y="4328780"/>
            <a:ext cx="6390324" cy="2007611"/>
          </a:xfrm>
          <a:prstGeom prst="rect">
            <a:avLst/>
          </a:prstGeom>
        </p:spPr>
        <p:txBody>
          <a:bodyPr anchor="t" rtlCol="false" tIns="0" lIns="0" bIns="0" rIns="0">
            <a:spAutoFit/>
          </a:bodyPr>
          <a:lstStyle/>
          <a:p>
            <a:pPr algn="just">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4" id="14"/>
          <p:cNvSpPr txBox="true"/>
          <p:nvPr/>
        </p:nvSpPr>
        <p:spPr>
          <a:xfrm rot="0">
            <a:off x="1974308" y="6555466"/>
            <a:ext cx="6390324" cy="2007611"/>
          </a:xfrm>
          <a:prstGeom prst="rect">
            <a:avLst/>
          </a:prstGeom>
        </p:spPr>
        <p:txBody>
          <a:bodyPr anchor="t" rtlCol="false" tIns="0" lIns="0" bIns="0" rIns="0">
            <a:spAutoFit/>
          </a:bodyPr>
          <a:lstStyle/>
          <a:p>
            <a:pPr algn="just">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5" id="15"/>
          <p:cNvSpPr txBox="true"/>
          <p:nvPr/>
        </p:nvSpPr>
        <p:spPr>
          <a:xfrm rot="0">
            <a:off x="10272085" y="2081079"/>
            <a:ext cx="6383678"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6" id="16"/>
          <p:cNvSpPr txBox="true"/>
          <p:nvPr/>
        </p:nvSpPr>
        <p:spPr>
          <a:xfrm rot="0">
            <a:off x="10265599" y="1689941"/>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Design Principles</a:t>
            </a:r>
          </a:p>
        </p:txBody>
      </p:sp>
      <p:sp>
        <p:nvSpPr>
          <p:cNvPr name="TextBox 17" id="17"/>
          <p:cNvSpPr txBox="true"/>
          <p:nvPr/>
        </p:nvSpPr>
        <p:spPr>
          <a:xfrm rot="0">
            <a:off x="10272085" y="3834602"/>
            <a:ext cx="6383678"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8" id="18"/>
          <p:cNvSpPr txBox="true"/>
          <p:nvPr/>
        </p:nvSpPr>
        <p:spPr>
          <a:xfrm rot="0">
            <a:off x="10265599" y="3443465"/>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Usability Testing</a:t>
            </a:r>
          </a:p>
        </p:txBody>
      </p:sp>
      <p:sp>
        <p:nvSpPr>
          <p:cNvPr name="TextBox 19" id="19"/>
          <p:cNvSpPr txBox="true"/>
          <p:nvPr/>
        </p:nvSpPr>
        <p:spPr>
          <a:xfrm rot="0">
            <a:off x="10272085" y="5588126"/>
            <a:ext cx="6383678"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20" id="20"/>
          <p:cNvSpPr txBox="true"/>
          <p:nvPr/>
        </p:nvSpPr>
        <p:spPr>
          <a:xfrm rot="0">
            <a:off x="10265599" y="5196989"/>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Accessibility Features</a:t>
            </a:r>
          </a:p>
        </p:txBody>
      </p:sp>
      <p:sp>
        <p:nvSpPr>
          <p:cNvPr name="TextBox 21" id="21"/>
          <p:cNvSpPr txBox="true"/>
          <p:nvPr/>
        </p:nvSpPr>
        <p:spPr>
          <a:xfrm rot="0">
            <a:off x="10272085" y="7341650"/>
            <a:ext cx="6383678"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22" id="22"/>
          <p:cNvSpPr txBox="true"/>
          <p:nvPr/>
        </p:nvSpPr>
        <p:spPr>
          <a:xfrm rot="0">
            <a:off x="10265599" y="6950513"/>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Responsive Layout</a:t>
            </a:r>
          </a:p>
        </p:txBody>
      </p:sp>
      <p:sp>
        <p:nvSpPr>
          <p:cNvPr name="Freeform 23" id="23"/>
          <p:cNvSpPr/>
          <p:nvPr/>
        </p:nvSpPr>
        <p:spPr>
          <a:xfrm flipH="false" flipV="false" rot="0">
            <a:off x="9706137" y="1670891"/>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9706137" y="3391733"/>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9706137" y="5145257"/>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9706137" y="6901926"/>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4346690" y="1374323"/>
            <a:ext cx="2551176" cy="4114800"/>
          </a:xfrm>
          <a:custGeom>
            <a:avLst/>
            <a:gdLst/>
            <a:ahLst/>
            <a:cxnLst/>
            <a:rect r="r" b="b" t="t" l="l"/>
            <a:pathLst>
              <a:path h="4114800" w="2551176">
                <a:moveTo>
                  <a:pt x="0" y="0"/>
                </a:moveTo>
                <a:lnTo>
                  <a:pt x="2551176" y="0"/>
                </a:lnTo>
                <a:lnTo>
                  <a:pt x="25511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174973" y="1149188"/>
            <a:ext cx="3457052" cy="5355996"/>
          </a:xfrm>
          <a:custGeom>
            <a:avLst/>
            <a:gdLst/>
            <a:ahLst/>
            <a:cxnLst/>
            <a:rect r="r" b="b" t="t" l="l"/>
            <a:pathLst>
              <a:path h="5355996" w="3457052">
                <a:moveTo>
                  <a:pt x="0" y="0"/>
                </a:moveTo>
                <a:lnTo>
                  <a:pt x="3457052" y="0"/>
                </a:lnTo>
                <a:lnTo>
                  <a:pt x="3457052" y="5355996"/>
                </a:lnTo>
                <a:lnTo>
                  <a:pt x="0" y="53559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4930173" y="3945901"/>
            <a:ext cx="3316525" cy="5349233"/>
          </a:xfrm>
          <a:custGeom>
            <a:avLst/>
            <a:gdLst/>
            <a:ahLst/>
            <a:cxnLst/>
            <a:rect r="r" b="b" t="t" l="l"/>
            <a:pathLst>
              <a:path h="5349233" w="3316525">
                <a:moveTo>
                  <a:pt x="0" y="0"/>
                </a:moveTo>
                <a:lnTo>
                  <a:pt x="3316525" y="0"/>
                </a:lnTo>
                <a:lnTo>
                  <a:pt x="3316525" y="5349234"/>
                </a:lnTo>
                <a:lnTo>
                  <a:pt x="0" y="53492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910130" y="4404935"/>
            <a:ext cx="3712147" cy="4737079"/>
          </a:xfrm>
          <a:custGeom>
            <a:avLst/>
            <a:gdLst/>
            <a:ahLst/>
            <a:cxnLst/>
            <a:rect r="r" b="b" t="t" l="l"/>
            <a:pathLst>
              <a:path h="4737079" w="3712147">
                <a:moveTo>
                  <a:pt x="0" y="0"/>
                </a:moveTo>
                <a:lnTo>
                  <a:pt x="3712148" y="0"/>
                </a:lnTo>
                <a:lnTo>
                  <a:pt x="3712148" y="4737079"/>
                </a:lnTo>
                <a:lnTo>
                  <a:pt x="0" y="47370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2" id="12"/>
          <p:cNvSpPr txBox="true"/>
          <p:nvPr/>
        </p:nvSpPr>
        <p:spPr>
          <a:xfrm rot="0">
            <a:off x="8793602" y="2215728"/>
            <a:ext cx="8465698" cy="997622"/>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Testing</a:t>
            </a:r>
          </a:p>
        </p:txBody>
      </p:sp>
      <p:sp>
        <p:nvSpPr>
          <p:cNvPr name="TextBox 13" id="13"/>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4" id="14"/>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010</a:t>
            </a:r>
          </a:p>
        </p:txBody>
      </p:sp>
      <p:sp>
        <p:nvSpPr>
          <p:cNvPr name="TextBox 15" id="15"/>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6" id="16"/>
          <p:cNvSpPr txBox="true"/>
          <p:nvPr/>
        </p:nvSpPr>
        <p:spPr>
          <a:xfrm rot="0">
            <a:off x="8950617" y="3554543"/>
            <a:ext cx="7674141" cy="4282592"/>
          </a:xfrm>
          <a:prstGeom prst="rect">
            <a:avLst/>
          </a:prstGeom>
        </p:spPr>
        <p:txBody>
          <a:bodyPr anchor="t" rtlCol="false" tIns="0" lIns="0" bIns="0" rIns="0">
            <a:spAutoFit/>
          </a:bodyPr>
          <a:lstStyle/>
          <a:p>
            <a:pPr algn="l">
              <a:lnSpc>
                <a:spcPts val="1656"/>
              </a:lnSpc>
            </a:pPr>
            <a:r>
              <a:rPr lang="en-US" sz="1640">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Lorem ipsum dolor sit amet consectetur adipiscing elit.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7">
              <a:alphaModFix amt="48000"/>
            </a:blip>
            <a:stretch>
              <a:fillRect l="0" t="-969" r="0" b="-969"/>
            </a:stretch>
          </a:blipFill>
        </p:spPr>
      </p:sp>
      <p:sp>
        <p:nvSpPr>
          <p:cNvPr name="Freeform 9" id="9"/>
          <p:cNvSpPr/>
          <p:nvPr/>
        </p:nvSpPr>
        <p:spPr>
          <a:xfrm flipH="false" flipV="false" rot="0">
            <a:off x="10586136" y="2892999"/>
            <a:ext cx="7971403" cy="5594476"/>
          </a:xfrm>
          <a:custGeom>
            <a:avLst/>
            <a:gdLst/>
            <a:ahLst/>
            <a:cxnLst/>
            <a:rect r="r" b="b" t="t" l="l"/>
            <a:pathLst>
              <a:path h="5594476" w="7971403">
                <a:moveTo>
                  <a:pt x="0" y="0"/>
                </a:moveTo>
                <a:lnTo>
                  <a:pt x="7971403" y="0"/>
                </a:lnTo>
                <a:lnTo>
                  <a:pt x="7971403" y="5594476"/>
                </a:lnTo>
                <a:lnTo>
                  <a:pt x="0" y="55944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2393050"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3812275"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5231500" y="1815485"/>
            <a:ext cx="2143275" cy="2155030"/>
          </a:xfrm>
          <a:custGeom>
            <a:avLst/>
            <a:gdLst/>
            <a:ahLst/>
            <a:cxnLst/>
            <a:rect r="r" b="b" t="t" l="l"/>
            <a:pathLst>
              <a:path h="2155030" w="2143275">
                <a:moveTo>
                  <a:pt x="0" y="0"/>
                </a:moveTo>
                <a:lnTo>
                  <a:pt x="2143275" y="0"/>
                </a:lnTo>
                <a:lnTo>
                  <a:pt x="2143275" y="2155029"/>
                </a:lnTo>
                <a:lnTo>
                  <a:pt x="0" y="2155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6333845" y="3758476"/>
            <a:ext cx="2995476" cy="1568540"/>
          </a:xfrm>
          <a:custGeom>
            <a:avLst/>
            <a:gdLst/>
            <a:ahLst/>
            <a:cxnLst/>
            <a:rect r="r" b="b" t="t" l="l"/>
            <a:pathLst>
              <a:path h="1568540" w="2995476">
                <a:moveTo>
                  <a:pt x="0" y="0"/>
                </a:moveTo>
                <a:lnTo>
                  <a:pt x="2995477" y="0"/>
                </a:lnTo>
                <a:lnTo>
                  <a:pt x="2995477" y="1568540"/>
                </a:lnTo>
                <a:lnTo>
                  <a:pt x="0" y="15685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5" id="15"/>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011</a:t>
            </a:r>
          </a:p>
        </p:txBody>
      </p:sp>
      <p:sp>
        <p:nvSpPr>
          <p:cNvPr name="TextBox 16" id="16"/>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7" id="17"/>
          <p:cNvSpPr txBox="true"/>
          <p:nvPr/>
        </p:nvSpPr>
        <p:spPr>
          <a:xfrm rot="0">
            <a:off x="1974308" y="2215728"/>
            <a:ext cx="6390324"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Licensing</a:t>
            </a:r>
          </a:p>
        </p:txBody>
      </p:sp>
      <p:sp>
        <p:nvSpPr>
          <p:cNvPr name="TextBox 18" id="18"/>
          <p:cNvSpPr txBox="true"/>
          <p:nvPr/>
        </p:nvSpPr>
        <p:spPr>
          <a:xfrm rot="0">
            <a:off x="2788057" y="4343782"/>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TextBox 19" id="19"/>
          <p:cNvSpPr txBox="true"/>
          <p:nvPr/>
        </p:nvSpPr>
        <p:spPr>
          <a:xfrm rot="0">
            <a:off x="2788057" y="5709287"/>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TextBox 20" id="20"/>
          <p:cNvSpPr txBox="true"/>
          <p:nvPr/>
        </p:nvSpPr>
        <p:spPr>
          <a:xfrm rot="0">
            <a:off x="2788057" y="7074792"/>
            <a:ext cx="7397031"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a:t>
            </a:r>
          </a:p>
        </p:txBody>
      </p:sp>
      <p:sp>
        <p:nvSpPr>
          <p:cNvPr name="Freeform 21" id="21"/>
          <p:cNvSpPr/>
          <p:nvPr/>
        </p:nvSpPr>
        <p:spPr>
          <a:xfrm flipH="false" flipV="false" rot="0">
            <a:off x="11450189" y="3341937"/>
            <a:ext cx="2995476" cy="1568540"/>
          </a:xfrm>
          <a:custGeom>
            <a:avLst/>
            <a:gdLst/>
            <a:ahLst/>
            <a:cxnLst/>
            <a:rect r="r" b="b" t="t" l="l"/>
            <a:pathLst>
              <a:path h="1568540" w="2995476">
                <a:moveTo>
                  <a:pt x="0" y="0"/>
                </a:moveTo>
                <a:lnTo>
                  <a:pt x="2995477" y="0"/>
                </a:lnTo>
                <a:lnTo>
                  <a:pt x="2995477" y="1568540"/>
                </a:lnTo>
                <a:lnTo>
                  <a:pt x="0" y="15685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2076738" y="4542746"/>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2076738" y="5970905"/>
            <a:ext cx="385068" cy="385068"/>
          </a:xfrm>
          <a:custGeom>
            <a:avLst/>
            <a:gdLst/>
            <a:ahLst/>
            <a:cxnLst/>
            <a:rect r="r" b="b" t="t" l="l"/>
            <a:pathLst>
              <a:path h="385068" w="385068">
                <a:moveTo>
                  <a:pt x="0" y="0"/>
                </a:moveTo>
                <a:lnTo>
                  <a:pt x="385069" y="0"/>
                </a:lnTo>
                <a:lnTo>
                  <a:pt x="385069" y="385069"/>
                </a:lnTo>
                <a:lnTo>
                  <a:pt x="0" y="3850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4" id="24"/>
          <p:cNvSpPr/>
          <p:nvPr/>
        </p:nvSpPr>
        <p:spPr>
          <a:xfrm flipH="false" flipV="false" rot="0">
            <a:off x="2076738" y="7336410"/>
            <a:ext cx="385068" cy="385068"/>
          </a:xfrm>
          <a:custGeom>
            <a:avLst/>
            <a:gdLst/>
            <a:ahLst/>
            <a:cxnLst/>
            <a:rect r="r" b="b" t="t" l="l"/>
            <a:pathLst>
              <a:path h="385068" w="385068">
                <a:moveTo>
                  <a:pt x="0" y="0"/>
                </a:moveTo>
                <a:lnTo>
                  <a:pt x="385069" y="0"/>
                </a:lnTo>
                <a:lnTo>
                  <a:pt x="385069" y="385068"/>
                </a:lnTo>
                <a:lnTo>
                  <a:pt x="0" y="38506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8793602" y="2072601"/>
            <a:ext cx="4739926"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Trends</a:t>
            </a:r>
          </a:p>
        </p:txBody>
      </p:sp>
      <p:sp>
        <p:nvSpPr>
          <p:cNvPr name="TextBox 9" id="9"/>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0" id="10"/>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012</a:t>
            </a:r>
          </a:p>
        </p:txBody>
      </p:sp>
      <p:sp>
        <p:nvSpPr>
          <p:cNvPr name="TextBox 11" id="11"/>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2" id="12"/>
          <p:cNvSpPr txBox="true"/>
          <p:nvPr/>
        </p:nvSpPr>
        <p:spPr>
          <a:xfrm rot="0">
            <a:off x="9682470" y="4596420"/>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3" id="13"/>
          <p:cNvSpPr txBox="true"/>
          <p:nvPr/>
        </p:nvSpPr>
        <p:spPr>
          <a:xfrm rot="0">
            <a:off x="9675985" y="4205282"/>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Remote Access</a:t>
            </a:r>
          </a:p>
        </p:txBody>
      </p:sp>
      <p:sp>
        <p:nvSpPr>
          <p:cNvPr name="TextBox 14" id="14"/>
          <p:cNvSpPr txBox="true"/>
          <p:nvPr/>
        </p:nvSpPr>
        <p:spPr>
          <a:xfrm rot="0">
            <a:off x="9682470" y="6510944"/>
            <a:ext cx="6103252" cy="927355"/>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a:t>
            </a:r>
          </a:p>
        </p:txBody>
      </p:sp>
      <p:sp>
        <p:nvSpPr>
          <p:cNvPr name="TextBox 15" id="15"/>
          <p:cNvSpPr txBox="true"/>
          <p:nvPr/>
        </p:nvSpPr>
        <p:spPr>
          <a:xfrm rot="0">
            <a:off x="9675985" y="6119807"/>
            <a:ext cx="3857542" cy="300655"/>
          </a:xfrm>
          <a:prstGeom prst="rect">
            <a:avLst/>
          </a:prstGeom>
        </p:spPr>
        <p:txBody>
          <a:bodyPr anchor="t" rtlCol="false" tIns="0" lIns="0" bIns="0" rIns="0">
            <a:spAutoFit/>
          </a:bodyPr>
          <a:lstStyle/>
          <a:p>
            <a:pPr algn="l">
              <a:lnSpc>
                <a:spcPts val="2195"/>
              </a:lnSpc>
            </a:pPr>
            <a:r>
              <a:rPr lang="en-US" sz="2173" b="true">
                <a:solidFill>
                  <a:srgbClr val="368CD1"/>
                </a:solidFill>
                <a:latin typeface="Poppins Bold"/>
                <a:ea typeface="Poppins Bold"/>
                <a:cs typeface="Poppins Bold"/>
                <a:sym typeface="Poppins Bold"/>
              </a:rPr>
              <a:t>Data Storage</a:t>
            </a:r>
          </a:p>
        </p:txBody>
      </p:sp>
      <p:sp>
        <p:nvSpPr>
          <p:cNvPr name="Freeform 16" id="16"/>
          <p:cNvSpPr/>
          <p:nvPr/>
        </p:nvSpPr>
        <p:spPr>
          <a:xfrm flipH="false" flipV="false" rot="0">
            <a:off x="1338939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4808619"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622784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2169767" y="41148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325071" y="2057400"/>
            <a:ext cx="4314843" cy="4843191"/>
          </a:xfrm>
          <a:custGeom>
            <a:avLst/>
            <a:gdLst/>
            <a:ahLst/>
            <a:cxnLst/>
            <a:rect r="r" b="b" t="t" l="l"/>
            <a:pathLst>
              <a:path h="4843191" w="4314843">
                <a:moveTo>
                  <a:pt x="0" y="0"/>
                </a:moveTo>
                <a:lnTo>
                  <a:pt x="4314843" y="0"/>
                </a:lnTo>
                <a:lnTo>
                  <a:pt x="4314843" y="4843191"/>
                </a:lnTo>
                <a:lnTo>
                  <a:pt x="0" y="48431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9144000" y="4130394"/>
            <a:ext cx="385068" cy="385068"/>
          </a:xfrm>
          <a:custGeom>
            <a:avLst/>
            <a:gdLst/>
            <a:ahLst/>
            <a:cxnLst/>
            <a:rect r="r" b="b" t="t" l="l"/>
            <a:pathLst>
              <a:path h="385068" w="385068">
                <a:moveTo>
                  <a:pt x="0" y="0"/>
                </a:moveTo>
                <a:lnTo>
                  <a:pt x="385068" y="0"/>
                </a:lnTo>
                <a:lnTo>
                  <a:pt x="385068" y="385068"/>
                </a:lnTo>
                <a:lnTo>
                  <a:pt x="0" y="38506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9144000" y="6068075"/>
            <a:ext cx="385068" cy="385068"/>
          </a:xfrm>
          <a:custGeom>
            <a:avLst/>
            <a:gdLst/>
            <a:ahLst/>
            <a:cxnLst/>
            <a:rect r="r" b="b" t="t" l="l"/>
            <a:pathLst>
              <a:path h="385068" w="385068">
                <a:moveTo>
                  <a:pt x="0" y="0"/>
                </a:moveTo>
                <a:lnTo>
                  <a:pt x="385068" y="0"/>
                </a:lnTo>
                <a:lnTo>
                  <a:pt x="385068" y="385069"/>
                </a:lnTo>
                <a:lnTo>
                  <a:pt x="0" y="38506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1974308"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954249" y="-4887663"/>
            <a:ext cx="11364538" cy="8229600"/>
          </a:xfrm>
          <a:custGeom>
            <a:avLst/>
            <a:gdLst/>
            <a:ahLst/>
            <a:cxnLst/>
            <a:rect r="r" b="b" t="t" l="l"/>
            <a:pathLst>
              <a:path h="8229600" w="11364538">
                <a:moveTo>
                  <a:pt x="0" y="0"/>
                </a:moveTo>
                <a:lnTo>
                  <a:pt x="11364539" y="0"/>
                </a:lnTo>
                <a:lnTo>
                  <a:pt x="11364539" y="8229600"/>
                </a:lnTo>
                <a:lnTo>
                  <a:pt x="0" y="8229600"/>
                </a:lnTo>
                <a:lnTo>
                  <a:pt x="0" y="0"/>
                </a:lnTo>
                <a:close/>
              </a:path>
            </a:pathLst>
          </a:custGeom>
          <a:blipFill>
            <a:blip r:embed="rId7">
              <a:alphaModFix amt="48000"/>
            </a:blip>
            <a:stretch>
              <a:fillRect l="0" t="-969" r="0" b="-969"/>
            </a:stretch>
          </a:blipFill>
        </p:spPr>
      </p:sp>
      <p:sp>
        <p:nvSpPr>
          <p:cNvPr name="Freeform 9" id="9"/>
          <p:cNvSpPr/>
          <p:nvPr/>
        </p:nvSpPr>
        <p:spPr>
          <a:xfrm flipH="false" flipV="false" rot="0">
            <a:off x="10461423" y="1313131"/>
            <a:ext cx="4062430" cy="6172200"/>
          </a:xfrm>
          <a:custGeom>
            <a:avLst/>
            <a:gdLst/>
            <a:ahLst/>
            <a:cxnLst/>
            <a:rect r="r" b="b" t="t" l="l"/>
            <a:pathLst>
              <a:path h="6172200" w="4062430">
                <a:moveTo>
                  <a:pt x="0" y="0"/>
                </a:moveTo>
                <a:lnTo>
                  <a:pt x="4062430" y="0"/>
                </a:lnTo>
                <a:lnTo>
                  <a:pt x="4062430" y="6172200"/>
                </a:lnTo>
                <a:lnTo>
                  <a:pt x="0" y="61722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743233" y="3777022"/>
            <a:ext cx="2821988" cy="4820167"/>
          </a:xfrm>
          <a:custGeom>
            <a:avLst/>
            <a:gdLst/>
            <a:ahLst/>
            <a:cxnLst/>
            <a:rect r="r" b="b" t="t" l="l"/>
            <a:pathLst>
              <a:path h="4820167" w="2821988">
                <a:moveTo>
                  <a:pt x="0" y="0"/>
                </a:moveTo>
                <a:lnTo>
                  <a:pt x="2821989" y="0"/>
                </a:lnTo>
                <a:lnTo>
                  <a:pt x="2821989" y="4820167"/>
                </a:lnTo>
                <a:lnTo>
                  <a:pt x="0" y="48201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13918281" y="1798887"/>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68CD1">
                    <a:alpha val="100000"/>
                  </a:srgbClr>
                </a:gs>
                <a:gs pos="100000">
                  <a:srgbClr val="F9F7FF">
                    <a:alpha val="5500"/>
                  </a:srgbClr>
                </a:gs>
              </a:gsLst>
              <a:lin ang="0"/>
            </a:gra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195"/>
                </a:lnSpc>
              </a:pPr>
            </a:p>
          </p:txBody>
        </p:sp>
      </p:grpSp>
      <p:sp>
        <p:nvSpPr>
          <p:cNvPr name="TextBox 14" id="14"/>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5" id="15"/>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013</a:t>
            </a:r>
          </a:p>
        </p:txBody>
      </p:sp>
      <p:sp>
        <p:nvSpPr>
          <p:cNvPr name="TextBox 16" id="16"/>
          <p:cNvSpPr txBox="true"/>
          <p:nvPr/>
        </p:nvSpPr>
        <p:spPr>
          <a:xfrm rot="0">
            <a:off x="272239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7" id="17"/>
          <p:cNvSpPr txBox="true"/>
          <p:nvPr/>
        </p:nvSpPr>
        <p:spPr>
          <a:xfrm rot="0">
            <a:off x="1974308" y="2215728"/>
            <a:ext cx="6390324"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Integration</a:t>
            </a:r>
          </a:p>
        </p:txBody>
      </p:sp>
      <p:sp>
        <p:nvSpPr>
          <p:cNvPr name="TextBox 18" id="18"/>
          <p:cNvSpPr txBox="true"/>
          <p:nvPr/>
        </p:nvSpPr>
        <p:spPr>
          <a:xfrm rot="0">
            <a:off x="1974308" y="4418281"/>
            <a:ext cx="7013185"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
        <p:nvSpPr>
          <p:cNvPr name="TextBox 19" id="19"/>
          <p:cNvSpPr txBox="true"/>
          <p:nvPr/>
        </p:nvSpPr>
        <p:spPr>
          <a:xfrm rot="0">
            <a:off x="1974308" y="6612485"/>
            <a:ext cx="7013185" cy="1838233"/>
          </a:xfrm>
          <a:prstGeom prst="rect">
            <a:avLst/>
          </a:prstGeom>
        </p:spPr>
        <p:txBody>
          <a:bodyPr anchor="t" rtlCol="false" tIns="0" lIns="0" bIns="0" rIns="0">
            <a:spAutoFit/>
          </a:bodyPr>
          <a:lstStyle/>
          <a:p>
            <a:pPr algn="l">
              <a:lnSpc>
                <a:spcPts val="1487"/>
              </a:lnSpc>
            </a:pPr>
            <a:r>
              <a:rPr lang="en-US" sz="1472">
                <a:solidFill>
                  <a:srgbClr val="368CD1"/>
                </a:solidFill>
                <a:latin typeface="Poppins"/>
                <a:ea typeface="Poppins"/>
                <a:cs typeface="Poppins"/>
                <a:sym typeface="Poppins"/>
              </a:rPr>
              <a:t>Lorem ipsum dolor sit amet consectetur adipiscing elit. Pretium tellus duis convallis tempus leo eu aenean. Iaculis massa nisl malesuada lacinia integer nunc posuere. Conubia nostra inceptos himenaeos orci varius natoque penatibus. Nulla molestie mattis scelerisque maximus eget fermentum odio. Blandit quis suspendisse aliquet nisi sodales consequat magna. Ligula congue sollicitudin erat viverra ac tincidunt nam. Velit aliquam imperdiet mollis nullam volutpat porttitor ullamcorper. Dui felis venenatis ultrices proin libero feugiat tristique. Cubilia curae hac habitasse platea dictumst lorem ipsum. Sem placerat in id cursus mi pretium tellus. Fringilla lacus nec metus bibendum egestas iaculis massa.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grpSp>
        <p:nvGrpSpPr>
          <p:cNvPr name="Group 2" id="2"/>
          <p:cNvGrpSpPr/>
          <p:nvPr/>
        </p:nvGrpSpPr>
        <p:grpSpPr>
          <a:xfrm rot="0">
            <a:off x="-970336" y="9503317"/>
            <a:ext cx="19527875" cy="3086100"/>
            <a:chOff x="0" y="0"/>
            <a:chExt cx="5143144" cy="812800"/>
          </a:xfrm>
        </p:grpSpPr>
        <p:sp>
          <p:nvSpPr>
            <p:cNvPr name="Freeform 3" id="3"/>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4" id="4"/>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5" id="5"/>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4">
              <a:alphaModFix amt="50000"/>
            </a:blip>
            <a:stretch>
              <a:fillRect l="0" t="0" r="0" b="0"/>
            </a:stretch>
          </a:blipFill>
        </p:spPr>
      </p:sp>
      <p:sp>
        <p:nvSpPr>
          <p:cNvPr name="Freeform 7" id="7"/>
          <p:cNvSpPr/>
          <p:nvPr/>
        </p:nvSpPr>
        <p:spPr>
          <a:xfrm flipH="false" flipV="false" rot="0">
            <a:off x="8706867" y="1149188"/>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8793602" y="2463126"/>
            <a:ext cx="4739926" cy="1893009"/>
          </a:xfrm>
          <a:prstGeom prst="rect">
            <a:avLst/>
          </a:prstGeom>
        </p:spPr>
        <p:txBody>
          <a:bodyPr anchor="t" rtlCol="false" tIns="0" lIns="0" bIns="0" rIns="0">
            <a:spAutoFit/>
          </a:bodyPr>
          <a:lstStyle/>
          <a:p>
            <a:pPr algn="l">
              <a:lnSpc>
                <a:spcPts val="7069"/>
              </a:lnSpc>
            </a:pPr>
            <a:r>
              <a:rPr lang="en-US" sz="6999" b="true">
                <a:solidFill>
                  <a:srgbClr val="16456A"/>
                </a:solidFill>
                <a:latin typeface="Poppins Bold"/>
                <a:ea typeface="Poppins Bold"/>
                <a:cs typeface="Poppins Bold"/>
                <a:sym typeface="Poppins Bold"/>
              </a:rPr>
              <a:t>Software Trends</a:t>
            </a:r>
          </a:p>
        </p:txBody>
      </p:sp>
      <p:sp>
        <p:nvSpPr>
          <p:cNvPr name="Freeform 9" id="9"/>
          <p:cNvSpPr/>
          <p:nvPr/>
        </p:nvSpPr>
        <p:spPr>
          <a:xfrm flipH="false" flipV="false" rot="0">
            <a:off x="1338939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4808619"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6227844" y="718936"/>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605519" y="1985433"/>
            <a:ext cx="6207781" cy="6481964"/>
          </a:xfrm>
          <a:custGeom>
            <a:avLst/>
            <a:gdLst/>
            <a:ahLst/>
            <a:cxnLst/>
            <a:rect r="r" b="b" t="t" l="l"/>
            <a:pathLst>
              <a:path h="6481964" w="6207781">
                <a:moveTo>
                  <a:pt x="0" y="0"/>
                </a:moveTo>
                <a:lnTo>
                  <a:pt x="6207781" y="0"/>
                </a:lnTo>
                <a:lnTo>
                  <a:pt x="6207781" y="6481964"/>
                </a:lnTo>
                <a:lnTo>
                  <a:pt x="0" y="64819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295592" y="4528231"/>
            <a:ext cx="3321630" cy="4114800"/>
          </a:xfrm>
          <a:custGeom>
            <a:avLst/>
            <a:gdLst/>
            <a:ahLst/>
            <a:cxnLst/>
            <a:rect r="r" b="b" t="t" l="l"/>
            <a:pathLst>
              <a:path h="4114800" w="3321630">
                <a:moveTo>
                  <a:pt x="0" y="0"/>
                </a:moveTo>
                <a:lnTo>
                  <a:pt x="3321630" y="0"/>
                </a:lnTo>
                <a:lnTo>
                  <a:pt x="3321630"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5" id="15"/>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014</a:t>
            </a:r>
          </a:p>
        </p:txBody>
      </p:sp>
      <p:sp>
        <p:nvSpPr>
          <p:cNvPr name="TextBox 16" id="16"/>
          <p:cNvSpPr txBox="true"/>
          <p:nvPr/>
        </p:nvSpPr>
        <p:spPr>
          <a:xfrm rot="0">
            <a:off x="9454951" y="1235007"/>
            <a:ext cx="2124693" cy="297682"/>
          </a:xfrm>
          <a:prstGeom prst="rect">
            <a:avLst/>
          </a:prstGeom>
        </p:spPr>
        <p:txBody>
          <a:bodyPr anchor="t" rtlCol="false" tIns="0" lIns="0" bIns="0" rIns="0">
            <a:spAutoFit/>
          </a:bodyPr>
          <a:lstStyle/>
          <a:p>
            <a:pPr algn="l">
              <a:lnSpc>
                <a:spcPts val="2099"/>
              </a:lnSpc>
            </a:pPr>
            <a:r>
              <a:rPr lang="en-US" sz="2078" b="true">
                <a:solidFill>
                  <a:srgbClr val="368CD1"/>
                </a:solidFill>
                <a:latin typeface="Poppins Bold"/>
                <a:ea typeface="Poppins Bold"/>
                <a:cs typeface="Poppins Bold"/>
                <a:sym typeface="Poppins Bold"/>
              </a:rPr>
              <a:t>Wardiere.Inc</a:t>
            </a:r>
          </a:p>
        </p:txBody>
      </p:sp>
      <p:sp>
        <p:nvSpPr>
          <p:cNvPr name="TextBox 17" id="17"/>
          <p:cNvSpPr txBox="true"/>
          <p:nvPr/>
        </p:nvSpPr>
        <p:spPr>
          <a:xfrm rot="0">
            <a:off x="9863359" y="4887163"/>
            <a:ext cx="4945260" cy="390803"/>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AI Integration</a:t>
            </a:r>
          </a:p>
        </p:txBody>
      </p:sp>
      <p:sp>
        <p:nvSpPr>
          <p:cNvPr name="TextBox 18" id="18"/>
          <p:cNvSpPr txBox="true"/>
          <p:nvPr/>
        </p:nvSpPr>
        <p:spPr>
          <a:xfrm rot="0">
            <a:off x="9863359" y="5877448"/>
            <a:ext cx="4945260" cy="390803"/>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Mobile Apps</a:t>
            </a:r>
          </a:p>
        </p:txBody>
      </p:sp>
      <p:sp>
        <p:nvSpPr>
          <p:cNvPr name="TextBox 19" id="19"/>
          <p:cNvSpPr txBox="true"/>
          <p:nvPr/>
        </p:nvSpPr>
        <p:spPr>
          <a:xfrm rot="0">
            <a:off x="9863359" y="6851788"/>
            <a:ext cx="4945260" cy="390803"/>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Cross-Platform</a:t>
            </a:r>
          </a:p>
        </p:txBody>
      </p:sp>
      <p:sp>
        <p:nvSpPr>
          <p:cNvPr name="TextBox 20" id="20"/>
          <p:cNvSpPr txBox="true"/>
          <p:nvPr/>
        </p:nvSpPr>
        <p:spPr>
          <a:xfrm rot="0">
            <a:off x="9863359" y="7826129"/>
            <a:ext cx="4945260" cy="390803"/>
          </a:xfrm>
          <a:prstGeom prst="rect">
            <a:avLst/>
          </a:prstGeom>
        </p:spPr>
        <p:txBody>
          <a:bodyPr anchor="t" rtlCol="false" tIns="0" lIns="0" bIns="0" rIns="0">
            <a:spAutoFit/>
          </a:bodyPr>
          <a:lstStyle/>
          <a:p>
            <a:pPr algn="l">
              <a:lnSpc>
                <a:spcPts val="2814"/>
              </a:lnSpc>
            </a:pPr>
            <a:r>
              <a:rPr lang="en-US" sz="2786" b="true">
                <a:solidFill>
                  <a:srgbClr val="368CD1"/>
                </a:solidFill>
                <a:latin typeface="Poppins Bold"/>
                <a:ea typeface="Poppins Bold"/>
                <a:cs typeface="Poppins Bold"/>
                <a:sym typeface="Poppins Bold"/>
              </a:rPr>
              <a:t>Edge Computing</a:t>
            </a:r>
          </a:p>
        </p:txBody>
      </p:sp>
      <p:sp>
        <p:nvSpPr>
          <p:cNvPr name="Freeform 21" id="21"/>
          <p:cNvSpPr/>
          <p:nvPr/>
        </p:nvSpPr>
        <p:spPr>
          <a:xfrm flipH="false" flipV="false" rot="0">
            <a:off x="9069882" y="4868113"/>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2" id="22"/>
          <p:cNvSpPr/>
          <p:nvPr/>
        </p:nvSpPr>
        <p:spPr>
          <a:xfrm flipH="false" flipV="false" rot="0">
            <a:off x="9069882" y="5896935"/>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9069882" y="6832738"/>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0">
            <a:off x="9069882" y="7807079"/>
            <a:ext cx="440470" cy="440470"/>
          </a:xfrm>
          <a:custGeom>
            <a:avLst/>
            <a:gdLst/>
            <a:ahLst/>
            <a:cxnLst/>
            <a:rect r="r" b="b" t="t" l="l"/>
            <a:pathLst>
              <a:path h="440470" w="440470">
                <a:moveTo>
                  <a:pt x="0" y="0"/>
                </a:moveTo>
                <a:lnTo>
                  <a:pt x="440470" y="0"/>
                </a:lnTo>
                <a:lnTo>
                  <a:pt x="440470" y="440470"/>
                </a:lnTo>
                <a:lnTo>
                  <a:pt x="0" y="4404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3F4FA"/>
        </a:solidFill>
      </p:bgPr>
    </p:bg>
    <p:spTree>
      <p:nvGrpSpPr>
        <p:cNvPr id="1" name=""/>
        <p:cNvGrpSpPr/>
        <p:nvPr/>
      </p:nvGrpSpPr>
      <p:grpSpPr>
        <a:xfrm>
          <a:off x="0" y="0"/>
          <a:ext cx="0" cy="0"/>
          <a:chOff x="0" y="0"/>
          <a:chExt cx="0" cy="0"/>
        </a:xfrm>
      </p:grpSpPr>
      <p:sp>
        <p:nvSpPr>
          <p:cNvPr name="Freeform 2" id="2"/>
          <p:cNvSpPr/>
          <p:nvPr/>
        </p:nvSpPr>
        <p:spPr>
          <a:xfrm flipH="false" flipV="false" rot="0">
            <a:off x="-6247320" y="-3455576"/>
            <a:ext cx="13145186" cy="11209259"/>
          </a:xfrm>
          <a:custGeom>
            <a:avLst/>
            <a:gdLst/>
            <a:ahLst/>
            <a:cxnLst/>
            <a:rect r="r" b="b" t="t" l="l"/>
            <a:pathLst>
              <a:path h="11209259" w="13145186">
                <a:moveTo>
                  <a:pt x="0" y="0"/>
                </a:moveTo>
                <a:lnTo>
                  <a:pt x="13145186" y="0"/>
                </a:lnTo>
                <a:lnTo>
                  <a:pt x="13145186" y="11209258"/>
                </a:lnTo>
                <a:lnTo>
                  <a:pt x="0" y="11209258"/>
                </a:lnTo>
                <a:lnTo>
                  <a:pt x="0" y="0"/>
                </a:lnTo>
                <a:close/>
              </a:path>
            </a:pathLst>
          </a:custGeom>
          <a:blipFill>
            <a:blip r:embed="rId2">
              <a:alphaModFix amt="50000"/>
            </a:blip>
            <a:stretch>
              <a:fillRect l="0" t="0" r="0" b="0"/>
            </a:stretch>
          </a:blipFill>
        </p:spPr>
      </p:sp>
      <p:sp>
        <p:nvSpPr>
          <p:cNvPr name="Freeform 3" id="3"/>
          <p:cNvSpPr/>
          <p:nvPr/>
        </p:nvSpPr>
        <p:spPr>
          <a:xfrm flipH="false" flipV="false" rot="0">
            <a:off x="10424866" y="287472"/>
            <a:ext cx="11364538" cy="8229600"/>
          </a:xfrm>
          <a:custGeom>
            <a:avLst/>
            <a:gdLst/>
            <a:ahLst/>
            <a:cxnLst/>
            <a:rect r="r" b="b" t="t" l="l"/>
            <a:pathLst>
              <a:path h="8229600" w="11364538">
                <a:moveTo>
                  <a:pt x="0" y="0"/>
                </a:moveTo>
                <a:lnTo>
                  <a:pt x="11364538" y="0"/>
                </a:lnTo>
                <a:lnTo>
                  <a:pt x="11364538" y="8229600"/>
                </a:lnTo>
                <a:lnTo>
                  <a:pt x="0" y="8229600"/>
                </a:lnTo>
                <a:lnTo>
                  <a:pt x="0" y="0"/>
                </a:lnTo>
                <a:close/>
              </a:path>
            </a:pathLst>
          </a:custGeom>
          <a:blipFill>
            <a:blip r:embed="rId3"/>
            <a:stretch>
              <a:fillRect l="0" t="-969" r="0" b="-969"/>
            </a:stretch>
          </a:blipFill>
        </p:spPr>
      </p:sp>
      <p:sp>
        <p:nvSpPr>
          <p:cNvPr name="Freeform 4" id="4"/>
          <p:cNvSpPr/>
          <p:nvPr/>
        </p:nvSpPr>
        <p:spPr>
          <a:xfrm flipH="false" flipV="false" rot="0">
            <a:off x="1174973" y="1357117"/>
            <a:ext cx="9465958" cy="7572766"/>
          </a:xfrm>
          <a:custGeom>
            <a:avLst/>
            <a:gdLst/>
            <a:ahLst/>
            <a:cxnLst/>
            <a:rect r="r" b="b" t="t" l="l"/>
            <a:pathLst>
              <a:path h="7572766" w="9465958">
                <a:moveTo>
                  <a:pt x="0" y="0"/>
                </a:moveTo>
                <a:lnTo>
                  <a:pt x="9465958" y="0"/>
                </a:lnTo>
                <a:lnTo>
                  <a:pt x="9465958" y="7572766"/>
                </a:lnTo>
                <a:lnTo>
                  <a:pt x="0" y="75727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9581084" y="2198028"/>
            <a:ext cx="8245295" cy="6395257"/>
          </a:xfrm>
          <a:custGeom>
            <a:avLst/>
            <a:gdLst/>
            <a:ahLst/>
            <a:cxnLst/>
            <a:rect r="r" b="b" t="t" l="l"/>
            <a:pathLst>
              <a:path h="6395257" w="8245295">
                <a:moveTo>
                  <a:pt x="8245295" y="0"/>
                </a:moveTo>
                <a:lnTo>
                  <a:pt x="0" y="0"/>
                </a:lnTo>
                <a:lnTo>
                  <a:pt x="0" y="6395257"/>
                </a:lnTo>
                <a:lnTo>
                  <a:pt x="8245295" y="6395257"/>
                </a:lnTo>
                <a:lnTo>
                  <a:pt x="8245295" y="0"/>
                </a:lnTo>
                <a:close/>
              </a:path>
            </a:pathLst>
          </a:custGeom>
          <a:blipFill>
            <a:blip r:embed="rId6"/>
            <a:stretch>
              <a:fillRect l="0" t="0" r="0" b="0"/>
            </a:stretch>
          </a:blipFill>
        </p:spPr>
      </p:sp>
      <p:sp>
        <p:nvSpPr>
          <p:cNvPr name="Freeform 6" id="6"/>
          <p:cNvSpPr/>
          <p:nvPr/>
        </p:nvSpPr>
        <p:spPr>
          <a:xfrm flipH="false" flipV="false" rot="0">
            <a:off x="1772988" y="1607401"/>
            <a:ext cx="487499" cy="450271"/>
          </a:xfrm>
          <a:custGeom>
            <a:avLst/>
            <a:gdLst/>
            <a:ahLst/>
            <a:cxnLst/>
            <a:rect r="r" b="b" t="t" l="l"/>
            <a:pathLst>
              <a:path h="450271" w="487499">
                <a:moveTo>
                  <a:pt x="0" y="0"/>
                </a:moveTo>
                <a:lnTo>
                  <a:pt x="487499" y="0"/>
                </a:lnTo>
                <a:lnTo>
                  <a:pt x="487499" y="450271"/>
                </a:lnTo>
                <a:lnTo>
                  <a:pt x="0" y="4502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970336" y="9503317"/>
            <a:ext cx="19527875" cy="3086100"/>
            <a:chOff x="0" y="0"/>
            <a:chExt cx="5143144" cy="812800"/>
          </a:xfrm>
        </p:grpSpPr>
        <p:sp>
          <p:nvSpPr>
            <p:cNvPr name="Freeform 8" id="8"/>
            <p:cNvSpPr/>
            <p:nvPr/>
          </p:nvSpPr>
          <p:spPr>
            <a:xfrm flipH="false" flipV="false" rot="0">
              <a:off x="0" y="0"/>
              <a:ext cx="5143144" cy="812800"/>
            </a:xfrm>
            <a:custGeom>
              <a:avLst/>
              <a:gdLst/>
              <a:ahLst/>
              <a:cxnLst/>
              <a:rect r="r" b="b" t="t" l="l"/>
              <a:pathLst>
                <a:path h="812800" w="5143144">
                  <a:moveTo>
                    <a:pt x="0" y="0"/>
                  </a:moveTo>
                  <a:lnTo>
                    <a:pt x="5143144" y="0"/>
                  </a:lnTo>
                  <a:lnTo>
                    <a:pt x="5143144" y="812800"/>
                  </a:lnTo>
                  <a:lnTo>
                    <a:pt x="0" y="812800"/>
                  </a:lnTo>
                  <a:close/>
                </a:path>
              </a:pathLst>
            </a:custGeom>
            <a:solidFill>
              <a:srgbClr val="16456A"/>
            </a:solidFill>
          </p:spPr>
        </p:sp>
        <p:sp>
          <p:nvSpPr>
            <p:cNvPr name="TextBox 9" id="9"/>
            <p:cNvSpPr txBox="true"/>
            <p:nvPr/>
          </p:nvSpPr>
          <p:spPr>
            <a:xfrm>
              <a:off x="0" y="19050"/>
              <a:ext cx="5143144" cy="793750"/>
            </a:xfrm>
            <a:prstGeom prst="rect">
              <a:avLst/>
            </a:prstGeom>
          </p:spPr>
          <p:txBody>
            <a:bodyPr anchor="ctr" rtlCol="false" tIns="50800" lIns="50800" bIns="50800" rIns="50800"/>
            <a:lstStyle/>
            <a:p>
              <a:pPr algn="ctr">
                <a:lnSpc>
                  <a:spcPts val="2099"/>
                </a:lnSpc>
              </a:pPr>
            </a:p>
          </p:txBody>
        </p:sp>
      </p:grpSp>
      <p:sp>
        <p:nvSpPr>
          <p:cNvPr name="Freeform 10" id="10"/>
          <p:cNvSpPr/>
          <p:nvPr/>
        </p:nvSpPr>
        <p:spPr>
          <a:xfrm flipH="false" flipV="false" rot="0">
            <a:off x="16850588" y="9759996"/>
            <a:ext cx="307586" cy="307586"/>
          </a:xfrm>
          <a:custGeom>
            <a:avLst/>
            <a:gdLst/>
            <a:ahLst/>
            <a:cxnLst/>
            <a:rect r="r" b="b" t="t" l="l"/>
            <a:pathLst>
              <a:path h="307586" w="307586">
                <a:moveTo>
                  <a:pt x="0" y="0"/>
                </a:moveTo>
                <a:lnTo>
                  <a:pt x="307586" y="0"/>
                </a:lnTo>
                <a:lnTo>
                  <a:pt x="307586" y="307586"/>
                </a:lnTo>
                <a:lnTo>
                  <a:pt x="0" y="3075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9675422"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1977842" y="3419963"/>
            <a:ext cx="7697580" cy="2976295"/>
          </a:xfrm>
          <a:prstGeom prst="rect">
            <a:avLst/>
          </a:prstGeom>
        </p:spPr>
        <p:txBody>
          <a:bodyPr anchor="t" rtlCol="false" tIns="0" lIns="0" bIns="0" rIns="0">
            <a:spAutoFit/>
          </a:bodyPr>
          <a:lstStyle/>
          <a:p>
            <a:pPr algn="l">
              <a:lnSpc>
                <a:spcPts val="11054"/>
              </a:lnSpc>
            </a:pPr>
            <a:r>
              <a:rPr lang="en-US" sz="10945" b="true">
                <a:solidFill>
                  <a:srgbClr val="16456A"/>
                </a:solidFill>
                <a:latin typeface="Poppins Bold"/>
                <a:ea typeface="Poppins Bold"/>
                <a:cs typeface="Poppins Bold"/>
                <a:sym typeface="Poppins Bold"/>
              </a:rPr>
              <a:t>Computer Software</a:t>
            </a:r>
          </a:p>
        </p:txBody>
      </p:sp>
      <p:sp>
        <p:nvSpPr>
          <p:cNvPr name="TextBox 13" id="13"/>
          <p:cNvSpPr txBox="true"/>
          <p:nvPr/>
        </p:nvSpPr>
        <p:spPr>
          <a:xfrm rot="0">
            <a:off x="2521071" y="1693221"/>
            <a:ext cx="2124693" cy="297682"/>
          </a:xfrm>
          <a:prstGeom prst="rect">
            <a:avLst/>
          </a:prstGeom>
        </p:spPr>
        <p:txBody>
          <a:bodyPr anchor="t" rtlCol="false" tIns="0" lIns="0" bIns="0" rIns="0">
            <a:spAutoFit/>
          </a:bodyPr>
          <a:lstStyle/>
          <a:p>
            <a:pPr algn="l">
              <a:lnSpc>
                <a:spcPts val="2099"/>
              </a:lnSpc>
            </a:pPr>
            <a:r>
              <a:rPr lang="en-US" sz="2078" b="true">
                <a:solidFill>
                  <a:srgbClr val="FFFFFF"/>
                </a:solidFill>
                <a:latin typeface="Poppins Bold"/>
                <a:ea typeface="Poppins Bold"/>
                <a:cs typeface="Poppins Bold"/>
                <a:sym typeface="Poppins Bold"/>
              </a:rPr>
              <a:t>Wardiere.Inc</a:t>
            </a:r>
          </a:p>
        </p:txBody>
      </p:sp>
      <p:sp>
        <p:nvSpPr>
          <p:cNvPr name="TextBox 14" id="14"/>
          <p:cNvSpPr txBox="true"/>
          <p:nvPr/>
        </p:nvSpPr>
        <p:spPr>
          <a:xfrm rot="0">
            <a:off x="6708356" y="9779046"/>
            <a:ext cx="4871287" cy="220061"/>
          </a:xfrm>
          <a:prstGeom prst="rect">
            <a:avLst/>
          </a:prstGeom>
        </p:spPr>
        <p:txBody>
          <a:bodyPr anchor="t" rtlCol="false" tIns="0" lIns="0" bIns="0" rIns="0">
            <a:spAutoFit/>
          </a:bodyPr>
          <a:lstStyle/>
          <a:p>
            <a:pPr algn="ctr">
              <a:lnSpc>
                <a:spcPts val="1637"/>
              </a:lnSpc>
            </a:pPr>
            <a:r>
              <a:rPr lang="en-US" sz="1621">
                <a:solidFill>
                  <a:srgbClr val="FFFFFF"/>
                </a:solidFill>
                <a:latin typeface="Poppins"/>
                <a:ea typeface="Poppins"/>
                <a:cs typeface="Poppins"/>
                <a:sym typeface="Poppins"/>
              </a:rPr>
              <a:t>www.reallygreatsite.com</a:t>
            </a:r>
          </a:p>
        </p:txBody>
      </p:sp>
      <p:sp>
        <p:nvSpPr>
          <p:cNvPr name="TextBox 15" id="15"/>
          <p:cNvSpPr txBox="true"/>
          <p:nvPr/>
        </p:nvSpPr>
        <p:spPr>
          <a:xfrm rot="0">
            <a:off x="1174973" y="9813283"/>
            <a:ext cx="1196029" cy="220061"/>
          </a:xfrm>
          <a:prstGeom prst="rect">
            <a:avLst/>
          </a:prstGeom>
        </p:spPr>
        <p:txBody>
          <a:bodyPr anchor="t" rtlCol="false" tIns="0" lIns="0" bIns="0" rIns="0">
            <a:spAutoFit/>
          </a:bodyPr>
          <a:lstStyle/>
          <a:p>
            <a:pPr algn="l">
              <a:lnSpc>
                <a:spcPts val="1637"/>
              </a:lnSpc>
            </a:pPr>
            <a:r>
              <a:rPr lang="en-US" sz="1621">
                <a:solidFill>
                  <a:srgbClr val="FFFFFF"/>
                </a:solidFill>
                <a:latin typeface="Poppins"/>
                <a:ea typeface="Poppins"/>
                <a:cs typeface="Poppins"/>
                <a:sym typeface="Poppins"/>
              </a:rPr>
              <a:t>page 001</a:t>
            </a:r>
          </a:p>
        </p:txBody>
      </p:sp>
      <p:sp>
        <p:nvSpPr>
          <p:cNvPr name="TextBox 16" id="16"/>
          <p:cNvSpPr txBox="true"/>
          <p:nvPr/>
        </p:nvSpPr>
        <p:spPr>
          <a:xfrm rot="0">
            <a:off x="2016737" y="6508734"/>
            <a:ext cx="6437815" cy="907151"/>
          </a:xfrm>
          <a:prstGeom prst="rect">
            <a:avLst/>
          </a:prstGeom>
        </p:spPr>
        <p:txBody>
          <a:bodyPr anchor="t" rtlCol="false" tIns="0" lIns="0" bIns="0" rIns="0">
            <a:spAutoFit/>
          </a:bodyPr>
          <a:lstStyle/>
          <a:p>
            <a:pPr algn="l">
              <a:lnSpc>
                <a:spcPts val="3551"/>
              </a:lnSpc>
            </a:pPr>
            <a:r>
              <a:rPr lang="en-US" sz="2536">
                <a:solidFill>
                  <a:srgbClr val="16456A"/>
                </a:solidFill>
                <a:latin typeface="Poppins"/>
                <a:ea typeface="Poppins"/>
                <a:cs typeface="Poppins"/>
                <a:sym typeface="Poppins"/>
              </a:rPr>
              <a:t>An overview of software types, functions, and key concepts.</a:t>
            </a:r>
          </a:p>
        </p:txBody>
      </p:sp>
      <p:sp>
        <p:nvSpPr>
          <p:cNvPr name="Freeform 17" id="17"/>
          <p:cNvSpPr/>
          <p:nvPr/>
        </p:nvSpPr>
        <p:spPr>
          <a:xfrm flipH="false" flipV="false" rot="0">
            <a:off x="11094647" y="6584934"/>
            <a:ext cx="2143275" cy="2155030"/>
          </a:xfrm>
          <a:custGeom>
            <a:avLst/>
            <a:gdLst/>
            <a:ahLst/>
            <a:cxnLst/>
            <a:rect r="r" b="b" t="t" l="l"/>
            <a:pathLst>
              <a:path h="2155030" w="2143275">
                <a:moveTo>
                  <a:pt x="0" y="0"/>
                </a:moveTo>
                <a:lnTo>
                  <a:pt x="2143275" y="0"/>
                </a:lnTo>
                <a:lnTo>
                  <a:pt x="2143275"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2513873" y="6584934"/>
            <a:ext cx="2143275" cy="2155030"/>
          </a:xfrm>
          <a:custGeom>
            <a:avLst/>
            <a:gdLst/>
            <a:ahLst/>
            <a:cxnLst/>
            <a:rect r="r" b="b" t="t" l="l"/>
            <a:pathLst>
              <a:path h="2155030" w="2143275">
                <a:moveTo>
                  <a:pt x="0" y="0"/>
                </a:moveTo>
                <a:lnTo>
                  <a:pt x="2143274" y="0"/>
                </a:lnTo>
                <a:lnTo>
                  <a:pt x="2143274" y="2155030"/>
                </a:lnTo>
                <a:lnTo>
                  <a:pt x="0" y="215503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DAHDcbpAU4o</dc:identifier>
  <dcterms:modified xsi:type="dcterms:W3CDTF">2011-08-01T06:04:30Z</dcterms:modified>
  <cp:revision>1</cp:revision>
  <dc:title>Blue Modern Illustrative Computer Software Presentation</dc:title>
</cp:coreProperties>
</file>